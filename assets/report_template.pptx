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78" r:id="rId1"/>
    <p:sldMasterId id="2147483687" r:id="rId2"/>
    <p:sldMasterId id="2147483710" r:id="rId3"/>
  </p:sldMasterIdLst>
  <p:notesMasterIdLst>
    <p:notesMasterId r:id="rId7"/>
  </p:notesMasterIdLst>
  <p:sldIdLst>
    <p:sldId id="337" r:id="rId4"/>
    <p:sldId id="434" r:id="rId5"/>
    <p:sldId id="435" r:id="rId6"/>
  </p:sldIdLst>
  <p:sldSz cx="12192000" cy="6858000"/>
  <p:notesSz cx="6784975" cy="99187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B4FA6"/>
    <a:srgbClr val="F79646"/>
    <a:srgbClr val="5B9A34"/>
    <a:srgbClr val="2A9AB8"/>
    <a:srgbClr val="FFFFFF"/>
    <a:srgbClr val="EEF4FC"/>
    <a:srgbClr val="0B1C46"/>
    <a:srgbClr val="10253F"/>
    <a:srgbClr val="2337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6159" autoAdjust="0"/>
  </p:normalViewPr>
  <p:slideViewPr>
    <p:cSldViewPr snapToGrid="0">
      <p:cViewPr varScale="1">
        <p:scale>
          <a:sx n="114" d="100"/>
          <a:sy n="114" d="100"/>
        </p:scale>
        <p:origin x="660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21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9" y="8"/>
            <a:ext cx="2940155" cy="497658"/>
          </a:xfrm>
          <a:prstGeom prst="rect">
            <a:avLst/>
          </a:prstGeom>
        </p:spPr>
        <p:txBody>
          <a:bodyPr vert="horz" lIns="91804" tIns="45899" rIns="91804" bIns="4589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3253" y="8"/>
            <a:ext cx="2940155" cy="497658"/>
          </a:xfrm>
          <a:prstGeom prst="rect">
            <a:avLst/>
          </a:prstGeom>
        </p:spPr>
        <p:txBody>
          <a:bodyPr vert="horz" lIns="91804" tIns="45899" rIns="91804" bIns="45899" rtlCol="0"/>
          <a:lstStyle>
            <a:lvl1pPr algn="r">
              <a:defRPr sz="1200"/>
            </a:lvl1pPr>
          </a:lstStyle>
          <a:p>
            <a:fld id="{6301BAA2-AB58-4D04-B5A8-1F63BB17EC18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5925" y="1238250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04" tIns="45899" rIns="91804" bIns="4589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8498" y="4773383"/>
            <a:ext cx="5427980" cy="3905488"/>
          </a:xfrm>
          <a:prstGeom prst="rect">
            <a:avLst/>
          </a:prstGeom>
        </p:spPr>
        <p:txBody>
          <a:bodyPr vert="horz" lIns="91804" tIns="45899" rIns="91804" bIns="45899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9" y="9421043"/>
            <a:ext cx="2940155" cy="497657"/>
          </a:xfrm>
          <a:prstGeom prst="rect">
            <a:avLst/>
          </a:prstGeom>
        </p:spPr>
        <p:txBody>
          <a:bodyPr vert="horz" lIns="91804" tIns="45899" rIns="91804" bIns="4589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3253" y="9421043"/>
            <a:ext cx="2940155" cy="497657"/>
          </a:xfrm>
          <a:prstGeom prst="rect">
            <a:avLst/>
          </a:prstGeom>
        </p:spPr>
        <p:txBody>
          <a:bodyPr vert="horz" lIns="91804" tIns="45899" rIns="91804" bIns="45899" rtlCol="0" anchor="b"/>
          <a:lstStyle>
            <a:lvl1pPr algn="r">
              <a:defRPr sz="1200"/>
            </a:lvl1pPr>
          </a:lstStyle>
          <a:p>
            <a:fld id="{12B9E8AF-E9A7-4939-A0EB-7D7DDF7408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274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15925" y="1238250"/>
            <a:ext cx="5953125" cy="33496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140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 userDrawn="1"/>
        </p:nvSpPr>
        <p:spPr>
          <a:xfrm flipV="1">
            <a:off x="0" y="4769066"/>
            <a:ext cx="12192000" cy="2088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0" y="-5380"/>
            <a:ext cx="12198096" cy="4769069"/>
          </a:xfrm>
          <a:prstGeom prst="rect">
            <a:avLst/>
          </a:prstGeom>
          <a:gradFill flip="none" rotWithShape="1">
            <a:gsLst>
              <a:gs pos="0">
                <a:srgbClr val="000066"/>
              </a:gs>
              <a:gs pos="79000">
                <a:schemeClr val="accent1">
                  <a:lumMod val="45000"/>
                  <a:lumOff val="55000"/>
                </a:schemeClr>
              </a:gs>
              <a:gs pos="80000">
                <a:schemeClr val="accent1">
                  <a:lumMod val="45000"/>
                  <a:lumOff val="5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7" name="제목 5"/>
          <p:cNvSpPr>
            <a:spLocks noGrp="1"/>
          </p:cNvSpPr>
          <p:nvPr>
            <p:ph type="title"/>
          </p:nvPr>
        </p:nvSpPr>
        <p:spPr>
          <a:xfrm>
            <a:off x="5379780" y="3543689"/>
            <a:ext cx="6288021" cy="504056"/>
          </a:xfrm>
          <a:prstGeom prst="rect">
            <a:avLst/>
          </a:prstGeom>
        </p:spPr>
        <p:txBody>
          <a:bodyPr anchor="ctr"/>
          <a:lstStyle>
            <a:lvl1pPr algn="l">
              <a:defRPr kumimoji="1" lang="ko-KR" altLang="en-US" sz="3600" b="1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" name="직사각형 1"/>
          <p:cNvSpPr/>
          <p:nvPr userDrawn="1"/>
        </p:nvSpPr>
        <p:spPr>
          <a:xfrm>
            <a:off x="5379780" y="4174884"/>
            <a:ext cx="378962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2400" b="1" cap="none" spc="0" dirty="0">
                <a:ln w="0"/>
                <a:solidFill>
                  <a:srgbClr val="FF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</a:t>
            </a:r>
            <a:r>
              <a:rPr lang="en-US" altLang="ko-KR" sz="2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uality</a:t>
            </a:r>
            <a:r>
              <a:rPr lang="en-US" altLang="ko-KR" sz="2400" b="1" cap="none" spc="0" dirty="0">
                <a:ln w="0"/>
                <a:solidFill>
                  <a:srgbClr val="FF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</a:t>
            </a:r>
            <a:r>
              <a:rPr lang="en-US" altLang="ko-KR" sz="2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nnovation</a:t>
            </a:r>
            <a:r>
              <a:rPr lang="en-US" altLang="ko-KR" sz="2400" b="1" cap="none" spc="0" dirty="0">
                <a:ln w="0"/>
                <a:solidFill>
                  <a:srgbClr val="FF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</a:t>
            </a:r>
            <a:r>
              <a:rPr lang="en-US" altLang="ko-KR" sz="2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eam</a:t>
            </a:r>
            <a:endParaRPr lang="en-US" altLang="ko-KR" sz="20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직사각형 10"/>
          <p:cNvSpPr>
            <a:spLocks noChangeArrowheads="1"/>
          </p:cNvSpPr>
          <p:nvPr userDrawn="1"/>
        </p:nvSpPr>
        <p:spPr bwMode="auto">
          <a:xfrm>
            <a:off x="10968588" y="1"/>
            <a:ext cx="122341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r>
              <a:rPr lang="en-US" altLang="ko-KR" sz="1400" b="1" dirty="0">
                <a:solidFill>
                  <a:srgbClr val="000066"/>
                </a:solidFill>
                <a:effectLst>
                  <a:outerShdw blurRad="50800" dist="38100" dir="3000000" algn="tl" rotWithShape="0">
                    <a:srgbClr val="0000FF">
                      <a:alpha val="41000"/>
                    </a:srgbClr>
                  </a:outerShdw>
                </a:effectLst>
              </a:rPr>
              <a:t>Confidential</a:t>
            </a:r>
            <a:endParaRPr lang="ko-KR" altLang="en-US" sz="1400" b="1" dirty="0">
              <a:solidFill>
                <a:srgbClr val="000066"/>
              </a:solidFill>
              <a:effectLst>
                <a:outerShdw blurRad="50800" dist="38100" dir="3000000" algn="tl" rotWithShape="0">
                  <a:srgbClr val="0000FF">
                    <a:alpha val="41000"/>
                  </a:srgbClr>
                </a:outerShdw>
              </a:effectLst>
            </a:endParaRP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4009" y="6298324"/>
            <a:ext cx="1366247" cy="39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2630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158110" y="44624"/>
            <a:ext cx="9712087" cy="504056"/>
          </a:xfrm>
          <a:prstGeom prst="rect">
            <a:avLst/>
          </a:prstGeom>
        </p:spPr>
        <p:txBody>
          <a:bodyPr anchor="ctr"/>
          <a:lstStyle>
            <a:lvl1pPr algn="l">
              <a:defRPr kumimoji="1" lang="ko-KR" altLang="en-US" sz="2400" b="1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TextBox 12"/>
          <p:cNvSpPr txBox="1">
            <a:spLocks noChangeArrowheads="1"/>
          </p:cNvSpPr>
          <p:nvPr userDrawn="1"/>
        </p:nvSpPr>
        <p:spPr bwMode="auto">
          <a:xfrm>
            <a:off x="11122238" y="6618855"/>
            <a:ext cx="106792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작성자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김 성 </a:t>
            </a:r>
            <a:r>
              <a:rPr lang="ko-KR" altLang="en-US" sz="900" b="1" dirty="0" smtClean="0">
                <a:solidFill>
                  <a:srgbClr val="002060"/>
                </a:solidFill>
                <a:ea typeface="맑은 고딕" panose="020B0503020000020004" pitchFamily="50" charset="-127"/>
              </a:rPr>
              <a:t>중</a:t>
            </a:r>
            <a:endParaRPr lang="ko-KR" altLang="en-US" sz="900" b="1" dirty="0">
              <a:solidFill>
                <a:srgbClr val="002060"/>
              </a:solidFill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7315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158110" y="44624"/>
            <a:ext cx="9712087" cy="504056"/>
          </a:xfrm>
          <a:prstGeom prst="rect">
            <a:avLst/>
          </a:prstGeom>
        </p:spPr>
        <p:txBody>
          <a:bodyPr anchor="ctr"/>
          <a:lstStyle>
            <a:lvl1pPr algn="l">
              <a:defRPr kumimoji="1" lang="ko-KR" altLang="en-US" sz="2400" b="1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TextBox 12"/>
          <p:cNvSpPr txBox="1">
            <a:spLocks noChangeArrowheads="1"/>
          </p:cNvSpPr>
          <p:nvPr userDrawn="1"/>
        </p:nvSpPr>
        <p:spPr bwMode="auto">
          <a:xfrm>
            <a:off x="10028100" y="6618855"/>
            <a:ext cx="204254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작성자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김 성 중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발표자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김 성 중</a:t>
            </a:r>
          </a:p>
        </p:txBody>
      </p:sp>
    </p:spTree>
    <p:extLst>
      <p:ext uri="{BB962C8B-B14F-4D97-AF65-F5344CB8AC3E}">
        <p14:creationId xmlns:p14="http://schemas.microsoft.com/office/powerpoint/2010/main" val="628581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158110" y="44624"/>
            <a:ext cx="9712087" cy="504056"/>
          </a:xfrm>
          <a:prstGeom prst="rect">
            <a:avLst/>
          </a:prstGeom>
        </p:spPr>
        <p:txBody>
          <a:bodyPr anchor="ctr"/>
          <a:lstStyle>
            <a:lvl1pPr algn="l">
              <a:defRPr kumimoji="1" lang="ko-KR" altLang="en-US" sz="2400" b="1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TextBox 12"/>
          <p:cNvSpPr txBox="1">
            <a:spLocks noChangeArrowheads="1"/>
          </p:cNvSpPr>
          <p:nvPr userDrawn="1"/>
        </p:nvSpPr>
        <p:spPr bwMode="auto">
          <a:xfrm>
            <a:off x="10028100" y="6618855"/>
            <a:ext cx="204254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작성자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김 성 중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발표자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김 성 중</a:t>
            </a:r>
          </a:p>
        </p:txBody>
      </p:sp>
    </p:spTree>
    <p:extLst>
      <p:ext uri="{BB962C8B-B14F-4D97-AF65-F5344CB8AC3E}">
        <p14:creationId xmlns:p14="http://schemas.microsoft.com/office/powerpoint/2010/main" val="1273413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9895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158110" y="44624"/>
            <a:ext cx="9712087" cy="504056"/>
          </a:xfrm>
          <a:prstGeom prst="rect">
            <a:avLst/>
          </a:prstGeom>
        </p:spPr>
        <p:txBody>
          <a:bodyPr anchor="ctr"/>
          <a:lstStyle>
            <a:lvl1pPr algn="l">
              <a:defRPr kumimoji="1" lang="ko-KR" altLang="en-US" sz="2400" b="1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TextBox 12"/>
          <p:cNvSpPr txBox="1">
            <a:spLocks noChangeArrowheads="1"/>
          </p:cNvSpPr>
          <p:nvPr userDrawn="1"/>
        </p:nvSpPr>
        <p:spPr bwMode="auto">
          <a:xfrm>
            <a:off x="10028100" y="6618855"/>
            <a:ext cx="204254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작성자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김 성 중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발표자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김 성 중</a:t>
            </a:r>
          </a:p>
        </p:txBody>
      </p:sp>
    </p:spTree>
    <p:extLst>
      <p:ext uri="{BB962C8B-B14F-4D97-AF65-F5344CB8AC3E}">
        <p14:creationId xmlns:p14="http://schemas.microsoft.com/office/powerpoint/2010/main" val="2058923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947" y="6582756"/>
            <a:ext cx="772507" cy="221495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893379" y="6597651"/>
            <a:ext cx="10405243" cy="260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fld id="{99AD7632-1104-4219-A49A-711D5A339A0F}" type="slidenum">
              <a:rPr lang="ko-KR" altLang="en-US" sz="1000" b="1" smtClean="0">
                <a:solidFill>
                  <a:srgbClr val="0000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r>
              <a:rPr lang="ko-KR" altLang="en-US" sz="1000" b="1" dirty="0">
                <a:solidFill>
                  <a:srgbClr val="0000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b="1" dirty="0">
                <a:solidFill>
                  <a:srgbClr val="0000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/ Total</a:t>
            </a:r>
            <a:endParaRPr lang="ko-KR" altLang="en-US" sz="1200" b="1" dirty="0">
              <a:solidFill>
                <a:srgbClr val="0000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0" y="0"/>
            <a:ext cx="12192000" cy="549275"/>
          </a:xfrm>
          <a:prstGeom prst="rect">
            <a:avLst/>
          </a:prstGeom>
          <a:gradFill flip="none" rotWithShape="1">
            <a:gsLst>
              <a:gs pos="0">
                <a:srgbClr val="000066"/>
              </a:gs>
              <a:gs pos="79000">
                <a:schemeClr val="accent1">
                  <a:lumMod val="45000"/>
                  <a:lumOff val="55000"/>
                </a:schemeClr>
              </a:gs>
              <a:gs pos="80000">
                <a:schemeClr val="accent1">
                  <a:lumMod val="45000"/>
                  <a:lumOff val="5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10"/>
          <p:cNvSpPr>
            <a:spLocks noChangeArrowheads="1"/>
          </p:cNvSpPr>
          <p:nvPr userDrawn="1"/>
        </p:nvSpPr>
        <p:spPr bwMode="auto">
          <a:xfrm>
            <a:off x="10968588" y="1"/>
            <a:ext cx="122341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r>
              <a:rPr lang="en-US" altLang="ko-KR" sz="1400" b="1" dirty="0">
                <a:solidFill>
                  <a:srgbClr val="000066"/>
                </a:solidFill>
                <a:effectLst>
                  <a:outerShdw blurRad="50800" dist="38100" dir="3000000" algn="tl" rotWithShape="0">
                    <a:srgbClr val="0000FF">
                      <a:alpha val="41000"/>
                    </a:srgbClr>
                  </a:outerShdw>
                </a:effectLst>
              </a:rPr>
              <a:t>Confidential</a:t>
            </a:r>
            <a:endParaRPr lang="ko-KR" altLang="en-US" sz="1400" b="1" dirty="0">
              <a:solidFill>
                <a:srgbClr val="000066"/>
              </a:solidFill>
              <a:effectLst>
                <a:outerShdw blurRad="50800" dist="38100" dir="3000000" algn="tl" rotWithShape="0">
                  <a:srgbClr val="0000FF">
                    <a:alpha val="41000"/>
                  </a:srgbClr>
                </a:outerShdw>
              </a:effectLst>
            </a:endParaRP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843454" y="6597651"/>
            <a:ext cx="11348546" cy="0"/>
          </a:xfrm>
          <a:prstGeom prst="line">
            <a:avLst/>
          </a:prstGeom>
          <a:ln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977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2" r:id="rId2"/>
    <p:sldLayoutId id="2147483697" r:id="rId3"/>
  </p:sldLayoutIdLst>
  <p:hf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7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95298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90595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485891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981189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69888" indent="-369888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07975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36663" indent="-24606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31963" indent="-24606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227263" indent="-24606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4134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431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729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10026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98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95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91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89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86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7080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377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 flipV="1">
            <a:off x="0" y="4769068"/>
            <a:ext cx="12198096" cy="2088932"/>
          </a:xfrm>
          <a:prstGeom prst="rect">
            <a:avLst/>
          </a:prstGeom>
          <a:gradFill flip="none" rotWithShape="1">
            <a:gsLst>
              <a:gs pos="0">
                <a:srgbClr val="000066"/>
              </a:gs>
              <a:gs pos="79000">
                <a:schemeClr val="accent1">
                  <a:lumMod val="45000"/>
                  <a:lumOff val="55000"/>
                </a:schemeClr>
              </a:gs>
              <a:gs pos="80000">
                <a:schemeClr val="accent1">
                  <a:lumMod val="45000"/>
                  <a:lumOff val="5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8718080" y="3704373"/>
            <a:ext cx="28616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l"/>
            <a:r>
              <a:rPr lang="en-US" altLang="ko-KR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0066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The End</a:t>
            </a:r>
          </a:p>
        </p:txBody>
      </p:sp>
      <p:sp>
        <p:nvSpPr>
          <p:cNvPr id="7" name="직사각형 6"/>
          <p:cNvSpPr/>
          <p:nvPr userDrawn="1"/>
        </p:nvSpPr>
        <p:spPr>
          <a:xfrm>
            <a:off x="8995977" y="4894910"/>
            <a:ext cx="269817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2400" b="1" cap="none" spc="0" dirty="0">
                <a:ln w="0"/>
                <a:solidFill>
                  <a:srgbClr val="FF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</a:t>
            </a:r>
            <a:r>
              <a:rPr lang="en-US" altLang="ko-KR" sz="2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uality</a:t>
            </a:r>
            <a:r>
              <a:rPr lang="en-US" altLang="ko-KR" sz="2400" b="1" cap="none" spc="0" dirty="0">
                <a:ln w="0"/>
                <a:solidFill>
                  <a:srgbClr val="FF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</a:t>
            </a:r>
            <a:r>
              <a:rPr lang="en-US" altLang="ko-KR" sz="2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ssurance</a:t>
            </a:r>
            <a:endParaRPr lang="en-US" altLang="ko-KR" sz="20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0133" y="291663"/>
            <a:ext cx="1576550" cy="45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512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689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947" y="6582756"/>
            <a:ext cx="772507" cy="221495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893379" y="6597651"/>
            <a:ext cx="10405243" cy="260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fld id="{99AD7632-1104-4219-A49A-711D5A339A0F}" type="slidenum">
              <a:rPr lang="ko-KR" altLang="en-US" sz="1000" b="1" smtClean="0">
                <a:solidFill>
                  <a:srgbClr val="0000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r>
              <a:rPr lang="ko-KR" altLang="en-US" sz="1000" b="1" dirty="0">
                <a:solidFill>
                  <a:srgbClr val="0000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b="1" dirty="0">
                <a:solidFill>
                  <a:srgbClr val="0000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/ Total</a:t>
            </a:r>
            <a:endParaRPr lang="ko-KR" altLang="en-US" sz="1200" b="1" dirty="0">
              <a:solidFill>
                <a:srgbClr val="0000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0" y="0"/>
            <a:ext cx="12192000" cy="549275"/>
          </a:xfrm>
          <a:prstGeom prst="rect">
            <a:avLst/>
          </a:prstGeom>
          <a:gradFill flip="none" rotWithShape="1">
            <a:gsLst>
              <a:gs pos="0">
                <a:srgbClr val="000066"/>
              </a:gs>
              <a:gs pos="79000">
                <a:schemeClr val="accent1">
                  <a:lumMod val="45000"/>
                  <a:lumOff val="55000"/>
                </a:schemeClr>
              </a:gs>
              <a:gs pos="80000">
                <a:schemeClr val="accent1">
                  <a:lumMod val="45000"/>
                  <a:lumOff val="5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10"/>
          <p:cNvSpPr>
            <a:spLocks noChangeArrowheads="1"/>
          </p:cNvSpPr>
          <p:nvPr userDrawn="1"/>
        </p:nvSpPr>
        <p:spPr bwMode="auto">
          <a:xfrm>
            <a:off x="10968588" y="1"/>
            <a:ext cx="122341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r>
              <a:rPr lang="en-US" altLang="ko-KR" sz="1400" b="1" dirty="0">
                <a:solidFill>
                  <a:srgbClr val="000066"/>
                </a:solidFill>
                <a:effectLst>
                  <a:outerShdw blurRad="50800" dist="38100" dir="3000000" algn="tl" rotWithShape="0">
                    <a:srgbClr val="0000FF">
                      <a:alpha val="41000"/>
                    </a:srgbClr>
                  </a:outerShdw>
                </a:effectLst>
              </a:rPr>
              <a:t>Confidential</a:t>
            </a:r>
            <a:endParaRPr lang="ko-KR" altLang="en-US" sz="1400" b="1" dirty="0">
              <a:solidFill>
                <a:srgbClr val="000066"/>
              </a:solidFill>
              <a:effectLst>
                <a:outerShdw blurRad="50800" dist="38100" dir="3000000" algn="tl" rotWithShape="0">
                  <a:srgbClr val="0000FF">
                    <a:alpha val="41000"/>
                  </a:srgbClr>
                </a:outerShdw>
              </a:effectLst>
            </a:endParaRP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843454" y="6597651"/>
            <a:ext cx="11348546" cy="0"/>
          </a:xfrm>
          <a:prstGeom prst="line">
            <a:avLst/>
          </a:prstGeom>
          <a:ln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773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hf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7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95298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90595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485891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981189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69888" indent="-369888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07975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36663" indent="-24606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31963" indent="-24606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227263" indent="-24606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4134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431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729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10026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98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95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91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89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86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7080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377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359407" y="6106852"/>
            <a:ext cx="1091967" cy="240066"/>
          </a:xfrm>
          <a:prstGeom prst="rect">
            <a:avLst/>
          </a:prstGeom>
          <a:noFill/>
        </p:spPr>
        <p:txBody>
          <a:bodyPr wrap="square" lIns="27432" tIns="27432" rIns="27432" bIns="27432" rtlCol="0" anchor="ctr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0F172A"/>
                </a:solidFill>
                <a:latin typeface="Noto Sans KR"/>
              </a:rPr>
              <a:t>YYYY. MM. DD</a:t>
            </a:r>
            <a:endParaRPr sz="1200" b="1" dirty="0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51075" y="3484966"/>
            <a:ext cx="4462810" cy="504056"/>
          </a:xfrm>
        </p:spPr>
        <p:txBody>
          <a:bodyPr wrap="square" lIns="27432" tIns="27432" rIns="27432" bIns="27432" anchor="ctr"/>
          <a:lstStyle/>
          <a:p>
            <a:pPr algn="r"/>
            <a:r>
              <a:rPr lang="ko-KR" altLang="en-US" sz="3200" b="1" dirty="0" smtClean="0">
                <a:solidFill>
                  <a:srgbClr val="FFFFFF"/>
                </a:solidFill>
                <a:latin typeface="Noto Sans KR"/>
              </a:rPr>
              <a:t>제목</a:t>
            </a:r>
            <a:endParaRPr sz="3200" b="1" dirty="0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428334" y="5800514"/>
            <a:ext cx="954107" cy="240066"/>
          </a:xfrm>
          <a:prstGeom prst="rect">
            <a:avLst/>
          </a:prstGeom>
          <a:noFill/>
        </p:spPr>
        <p:txBody>
          <a:bodyPr wrap="square" lIns="27432" tIns="27432" rIns="27432" bIns="27432" rtlCol="0" anchor="ctr">
            <a:spAutoFit/>
          </a:bodyPr>
          <a:lstStyle/>
          <a:p>
            <a:pPr algn="ctr"/>
            <a:r>
              <a:rPr sz="1200" b="1" dirty="0" err="1">
                <a:latin typeface="Noto Sans KR"/>
              </a:rPr>
              <a:t>품질혁신팀</a:t>
            </a:r>
            <a:endParaRPr sz="1200" b="1" dirty="0"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3202315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776" y="18968"/>
            <a:ext cx="9712087" cy="504056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 Content</a:t>
            </a:r>
          </a:p>
        </p:txBody>
      </p:sp>
    </p:spTree>
    <p:extLst>
      <p:ext uri="{BB962C8B-B14F-4D97-AF65-F5344CB8AC3E}">
        <p14:creationId xmlns:p14="http://schemas.microsoft.com/office/powerpoint/2010/main" val="3964962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776" y="18968"/>
            <a:ext cx="9712087" cy="504056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r>
              <a:rPr lang="ko-KR" altLang="en-US" dirty="0" smtClean="0"/>
              <a:t>본문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4644929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07F48A6-5432-4C6E-B251-71BEC06773F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ae6128c9-49d1-4c71-8a6e-d992475c6d6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261522</TotalTime>
  <Words>11</Words>
  <Application>Microsoft Office PowerPoint</Application>
  <PresentationFormat>와이드스크린</PresentationFormat>
  <Paragraphs>5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Noto Sans KR</vt:lpstr>
      <vt:lpstr>굴림</vt:lpstr>
      <vt:lpstr>맑은 고딕</vt:lpstr>
      <vt:lpstr>Arial</vt:lpstr>
      <vt:lpstr>1_Office 테마</vt:lpstr>
      <vt:lpstr>디자인 사용자 지정</vt:lpstr>
      <vt:lpstr>2_Office 테마</vt:lpstr>
      <vt:lpstr>제목</vt:lpstr>
      <vt:lpstr> Content</vt:lpstr>
      <vt:lpstr> 본문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SAMSUNG</dc:creator>
  <cp:lastModifiedBy>QA_KIM</cp:lastModifiedBy>
  <cp:revision>6288</cp:revision>
  <cp:lastPrinted>2025-10-24T01:55:58Z</cp:lastPrinted>
  <dcterms:created xsi:type="dcterms:W3CDTF">2021-06-08T01:46:37Z</dcterms:created>
  <dcterms:modified xsi:type="dcterms:W3CDTF">2026-10-03T22:46:15Z</dcterms:modified>
</cp:coreProperties>
</file>