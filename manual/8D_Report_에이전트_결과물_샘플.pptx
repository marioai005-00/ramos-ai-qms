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8" r:id="rId1"/>
    <p:sldMasterId id="2147483687" r:id="rId2"/>
    <p:sldMasterId id="2147483710" r:id="rId3"/>
  </p:sldMasterIdLst>
  <p:notesMasterIdLst>
    <p:notesMasterId r:id="rId7"/>
  </p:notesMasterIdLst>
  <p:sldIdLst>
    <p:sldId id="337" r:id="rId4"/>
    <p:sldId id="338" r:id="rId6"/>
    <p:sldId id="339" r:id="rId5"/>
    <p:sldId id="340" r:id="rId12"/>
    <p:sldId id="341" r:id="rId13"/>
    <p:sldId id="342" r:id="rId14"/>
    <p:sldId id="343" r:id="rId15"/>
    <p:sldId id="344" r:id="rId16"/>
    <p:sldId id="345" r:id="rId17"/>
    <p:sldId id="346" r:id="rId18"/>
    <p:sldId id="347" r:id="rId19"/>
    <p:sldId id="348" r:id="rId20"/>
  </p:sldIdLst>
  <p:sldSz cx="12192000" cy="6858000"/>
  <p:notesSz cx="6784975" cy="9918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B4FA6"/>
    <a:srgbClr val="F79646"/>
    <a:srgbClr val="5B9A34"/>
    <a:srgbClr val="2A9AB8"/>
    <a:srgbClr val="FFFFFF"/>
    <a:srgbClr val="EEF4FC"/>
    <a:srgbClr val="0B1C46"/>
    <a:srgbClr val="10253F"/>
    <a:srgbClr val="233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6159" autoAdjust="0"/>
  </p:normalViewPr>
  <p:slideViewPr>
    <p:cSldViewPr snapToGrid="0">
      <p:cViewPr varScale="1">
        <p:scale>
          <a:sx n="114" d="100"/>
          <a:sy n="114" d="100"/>
        </p:scale>
        <p:origin x="66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10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3253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r">
              <a:defRPr sz="1200"/>
            </a:lvl1pPr>
          </a:lstStyle>
          <a:p>
            <a:fld id="{6301BAA2-AB58-4D04-B5A8-1F63BB17EC18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8250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04" tIns="45899" rIns="91804" bIns="458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498" y="4773383"/>
            <a:ext cx="5427980" cy="3905488"/>
          </a:xfrm>
          <a:prstGeom prst="rect">
            <a:avLst/>
          </a:prstGeom>
        </p:spPr>
        <p:txBody>
          <a:bodyPr vert="horz" lIns="91804" tIns="45899" rIns="91804" bIns="45899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3253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r">
              <a:defRPr sz="1200"/>
            </a:lvl1pPr>
          </a:lstStyle>
          <a:p>
            <a:fld id="{12B9E8AF-E9A7-4939-A0EB-7D7DDF740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7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15925" y="1238250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401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 flipV="1">
            <a:off x="0" y="4769066"/>
            <a:ext cx="12192000" cy="2088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-5380"/>
            <a:ext cx="12198096" cy="4769069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제목 5"/>
          <p:cNvSpPr>
            <a:spLocks noGrp="1"/>
          </p:cNvSpPr>
          <p:nvPr>
            <p:ph type="title"/>
          </p:nvPr>
        </p:nvSpPr>
        <p:spPr>
          <a:xfrm>
            <a:off x="5379780" y="3543689"/>
            <a:ext cx="6288021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3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5379780" y="4174884"/>
            <a:ext cx="37896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nnovation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eam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009" y="6298324"/>
            <a:ext cx="1366247" cy="39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6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1122238" y="6618855"/>
            <a:ext cx="10679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</a:t>
            </a:r>
            <a:r>
              <a:rPr lang="ko-KR" altLang="en-US" sz="900" b="1" dirty="0" smtClean="0">
                <a:solidFill>
                  <a:srgbClr val="002060"/>
                </a:solidFill>
                <a:ea typeface="맑은 고딕" panose="020B0503020000020004" pitchFamily="50" charset="-127"/>
              </a:rPr>
              <a:t>중</a:t>
            </a:r>
            <a:endParaRPr lang="ko-KR" altLang="en-US" sz="900" b="1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31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62858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127341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89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205892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Relationship Id="rId4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97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97" r:id="rId3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4769068"/>
            <a:ext cx="12198096" cy="2088932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8718080" y="3704373"/>
            <a:ext cx="28616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/>
            <a:r>
              <a:rPr lang="en-US" altLang="ko-KR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The End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8995977" y="4894910"/>
            <a:ext cx="269817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ssurance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133" y="291663"/>
            <a:ext cx="1576550" cy="45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1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68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77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59407" y="6106852"/>
            <a:ext cx="109196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F172A"/>
                </a:solidFill>
                <a:latin typeface="Noto Sans KR"/>
              </a:rPr>
              <a:t>2026. 10. 06</a:t>
            </a:r>
            <a:endParaRPr sz="12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51075" y="3484966"/>
            <a:ext cx="4462810" cy="504056"/>
          </a:xfrm>
        </p:spPr>
        <p:txBody>
          <a:bodyPr wrap="square" lIns="27432" tIns="27432" rIns="27432" bIns="27432" anchor="ctr"/>
          <a:lstStyle/>
          <a:p>
            <a:r>
              <a:rPr sz="3200">
                <a:latin typeface="맑은 고딕"/>
              </a:rPr>
              <a:t>8D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8334" y="5800514"/>
            <a:ext cx="95410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sz="1200" b="1" dirty="0" err="1">
                <a:latin typeface="Noto Sans KR"/>
              </a:rPr>
              <a:t>품질혁신팀</a:t>
            </a:r>
            <a:endParaRPr sz="1200" b="1" dirty="0"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11680" y="2514600"/>
            <a:ext cx="71323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200"/>
              </a:spcAft>
              <a:buNone/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 SMT 리플로우 후 부팅 불가(eMMC 미인식)</a:t>
            </a:r>
          </a:p>
          <a:p>
            <a:pPr algn="r">
              <a:spcAft>
                <a:spcPts val="200"/>
              </a:spcAft>
              <a:buNone/>
            </a:pPr>
            <a:r>
              <a:rPr sz="14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LG전자 · eMMC 5.1 64GB (BGA153)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983480"/>
            <a:ext cx="87782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Case RAMOS-8D-20261004-001 · 종결</a:t>
            </a:r>
          </a:p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8D 보고서 에이전트가 저장된 기록으로 작성한 초안입니다. 수치·판정·결재는 기록 그대로이며, 송부 전 사람이 확인합니다.</a:t>
            </a:r>
          </a:p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B42318"/>
                </a:solidFill>
                <a:latin typeface="맑은 고딕"/>
                <a:ea typeface="맑은 고딕"/>
                <a:cs typeface="맑은 고딕"/>
              </a:rPr>
              <a:t>검증용 가상 자료로 만든 보고서입니다 (실제 고객 건 아님).</a:t>
            </a:r>
          </a:p>
        </p:txBody>
      </p:sp>
    </p:spTree>
    <p:extLst>
      <p:ext uri="{BB962C8B-B14F-4D97-AF65-F5344CB8AC3E}">
        <p14:creationId xmlns:p14="http://schemas.microsoft.com/office/powerpoint/2010/main" val="320231544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54863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38404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LG전자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/ 품번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eMMC 5.1 64GB (BGA153) / MMACGD8J0F-HZRAF1-LPAGA00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0QH321500A04-LPAGA00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현상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SMT 리플로우 후 부팅 불가(eMMC 미인식)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/ 검사 수량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/ 1,000 ea · 3,000 PPM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08:30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종결 · 2026-10-04 08:48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결재 완료 단계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 / 8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172200" y="1097280"/>
            <a:ext cx="5559552" cy="329184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207008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초안 · 사람 확인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035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3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LG전자 eMMC 5.1 64GB 리플로우 후 부팅 불가 불량에 대해 원인 규명 및 봉쇄·검증을 완료하고 8D를 종결하였습니다.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148840"/>
            <a:ext cx="530352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현상: LG전자 SMT 리플로우 후 eMMC 미인식으로 3/1000(3,000 PPM)의 부팅 불량이 발생했습니다.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원인: TechL의 피크 온도 상한 초과로 인한 솔더 접합부 미세크랙 발생 및 출하검사의 리플로우 모사 부팅 확인 누락 등이 원인입니다.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대책: 온도 상한 관리 및 차단 인터락, 출하검사 시 리플로우 모사 후 부팅/eMMC 인식검사 추가, PFMEA 개정 및 외주사 변경관리 절차를 수립했습니다.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검증: 재현조건시험 및 불량투입 검출시험 등 4건의 검증 시험에서 모두 PASS(불량 0)를 확인했습니다.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재발방지: 리플로우 작업표준서, 출하검사 기준서, PFMEA, 외주사 변경관리 절차서 문서 개정을 완료하고 수평전개를 수행했습니다.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2724912" cy="109728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64515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3D 봉쇄 · 기한 2026-10-05 08:30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8289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4분 소요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94960"/>
            <a:ext cx="245059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결재 2026-10-04 08:34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4572000"/>
            <a:ext cx="2724912" cy="109728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464515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5D 원인·대책 · 기한 2026-10-18 08:30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488289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9분 소요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5394960"/>
            <a:ext cx="245059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결재 2026-10-04 08:39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4572000"/>
            <a:ext cx="2724912" cy="109728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464515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8D 종결 · 기한 2026-11-03 08:30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488289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18분 소요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5394960"/>
            <a:ext cx="245059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결재 2026-10-04 08:48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4572000"/>
            <a:ext cx="2688336" cy="10972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4645152"/>
            <a:ext cx="241401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에이전트 점검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4882896"/>
            <a:ext cx="241401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확인할 것 4건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5394960"/>
            <a:ext cx="2414016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마지막 장에 목록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1274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처리 기간은 접수 시각부터 해당 단계 챔피언 결재 시각까지입니다.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D1 팀 구성 · D2 문제 정의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D2 결재 완료 · 2026-10-04 08:32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512063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82572"/>
                <a:gridCol w="117774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부서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Customer Response Owner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이하영 Pro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전략소싱팀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8D Quality Facilitator / 실무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 Senior Pro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품질혁신팀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8D Champion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 팀장_상무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품질혁신팀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8D Leader (연구소/개발 주관)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 실장_상무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Flash 개발실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Technical / FA Lead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박재환 팀장_S.Pro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Flash 개발2팀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Process Engineer (공정기술)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이성우 팀장_P.Pro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Flash 개발3팀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Material Containment Lead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이은산 센터장_상무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제조기획센터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외주(조립처) 물량 관리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공아름 그룹장_P.Pro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계획운영그룹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CTST 라인·재공 관리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조철민 그룹장_P.Pro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자원운영그룹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06440" y="1143000"/>
          <a:ext cx="592531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303"/>
                <a:gridCol w="491800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5W2H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SMT 리플로우 후 부팅 불가(eMMC 미인식)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어디서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LG전자 검증가상공장 SMT-A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2026-10-05 08:30 최초 발견 / 2026-10-05 09:30 접수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누가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최영수 책임 발견·통보 / 이하영 고객 대응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어느 것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MMACGD8J0F-HZRAF1-LPAGA00 / 0QH321500A04-LPAGA00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어떻게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정상 피크245℃ 리플로우 후 부팅 시험에서 eMMC 미인식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얼마나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불량3 / 투입1000 ea / 3000 PPM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06440" y="4937760"/>
            <a:ext cx="592531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문제 정의문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5212080"/>
            <a:ext cx="5925312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LG전자 검증가상공장 SMT-A에서 2026-10-05 08:30, MMACGD8J0F-HZRAF1-LPAGA00 / 0QH321500A04-LPAGA00를 정상 리플로우 후 검사했을 때 1,000개 중 3개가 eMMC 미인식으로 부팅되지 않았다(3,000 PPM). 전·후 Lot은 각500개 검사에서0불량이다.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D2 IS / IS NOT — 어디에서만 생겼는가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D2 결재 완료 · 2026-10-04 08:32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7454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200"/>
                <a:gridCol w="2931383"/>
                <a:gridCol w="3382365"/>
                <a:gridCol w="2593146"/>
                <a:gridCol w="112745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 (생긴 곳)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 NOT (생기지 않은 곳)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차이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사실 확인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Lot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0QH321500A04-LPAGA00 3/1000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0QH321500A03-LPAGA00 0/500 및 0QH321500A05-LPAGA00 0/500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Lot에 국한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라인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SMT-A의 불량 Lot 3/1000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SMT-A의 전 Lot 0/500; SMT-B 후 Lot 0/500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SMT-A 자체의 항상 발생 현상 아님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 모드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리플로우 후 eMMC 미인식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전·후 Lot 정상 부팅 및 외관·쇼트 이상 없음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인식 불량과 단순 외관·쇼트 구분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생산 기간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2026-09-29 생산 불량 Lot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2026-09-28 전 Lot, 2026-09-30 후 Lot 정상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특정 생산 기간 경계; 원인 판단 전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D3 봉쇄 조치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D3 결재 완료 · 2026-10-04 08:34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724912" cy="96012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봉쇄(Hold) 수량 · 위치별 표 합계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0817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3,500 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097280"/>
            <a:ext cx="2724912" cy="96012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6432" y="117043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선별 수량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40817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1,200 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097280"/>
            <a:ext cx="2724912" cy="96012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17043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선별 중 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140817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3 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097280"/>
            <a:ext cx="2688336" cy="96012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1170432"/>
            <a:ext cx="241401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영향 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1408176"/>
            <a:ext cx="241401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3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0QH321500A04-LPAGA00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240280"/>
          <a:ext cx="1127455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1578437"/>
                <a:gridCol w="1352946"/>
                <a:gridCol w="1014709"/>
                <a:gridCol w="3946093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결과·근거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입고와 ERP RAK4/RAK5 전체 Hold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Batch·전후 Lot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이은산 센터장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RAK4 900+RAK5 750 / ERP_재고조회_RAK4.xlsx; ERP_재고조회_RAK5.x…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SMT200, TEST150, 포장100 진행·출하 정지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WIP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이성우 팀장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MES450/Hold450 / MES_공정재고.xlsx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외주600 및 운송500 수취·사용 보류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운송·외주 보유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이하영 Pro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D3_추적_물류원장.xlsx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고객1200 격리, 부팅 선별; NG3 보존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창고·라인 버퍼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이하영 Pro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고객_재고_선별결과_회신.eml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실물·시스템·고객수량 대조 및 정상 Lot 라인 가동 확인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봉쇄 유효성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 Senior Pro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D3_봉쇄_유효성_확인.pdf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4983480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56632"/>
            <a:ext cx="110002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봉쇄 유효성 (기록)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67528"/>
            <a:ext cx="11000232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동일 Batch와 전·후 Lot 포함 7영역 4,400개 전량 Hold, 고객 선별 1,200개 중 최초 NG3 외 추가 NG0. 의심 재고는 영구 품질 미입증으로 계속 Hold. 정상 확인 Lot으로 라인 가동 및 실물·시스템 수량 일치.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D4 근본 원인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D4 결재 완료 · 2026-10-04 08:37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3639312" cy="498348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5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발생원인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62072" y="12984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73552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TechL의 피크263℃가 상한250℃를 초과하여 BGA 솔더 접합부 미세크랙을 유발했다.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검증 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8728"/>
            <a:ext cx="3273552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263℃ 9/200 재현, 245℃ 0/200 제거; IS/IS NOT 경계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근거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10328"/>
            <a:ext cx="3273552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D4_원본_프로파일_로그.xlsx; D4_06_Physical_FA_보고서.pdf; D4_07_재현시험_보고서.pdf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143000"/>
            <a:ext cx="3639312" cy="498348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261872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5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유출원인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84264" y="12984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737360"/>
            <a:ext cx="3273552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CTST 출하검사에 리플로우 모사 후 부팅 확인이 없어 잠재크랙의 기능불량을 걸러내지 못했다.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246120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검증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538728"/>
            <a:ext cx="3273552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검사표 대조로 누락 확인; 개선검사 도전시료 45/45는 D6에서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617720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근거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910328"/>
            <a:ext cx="3273552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D4_08_검사_Coverage_분석.xlsx; D4_원본_검사표_PFMEA_발췌.xlsx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1143000"/>
            <a:ext cx="3639312" cy="498348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3" y="1261872"/>
            <a:ext cx="2011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5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시스템원인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06456" y="1298448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3" y="1737360"/>
            <a:ext cx="3273552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400" b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PFMEA에 피크상한초과 모드가 없고 외주 공정조건 변경 시 라모스 사전승인 절차가 없었다.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3246120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검증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3538728"/>
            <a:ext cx="3273552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현행 문서 Gap·배포경로 검토로 동등 검증; 제거 대책은 D6 문서 4/4씩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3" y="4617720"/>
            <a:ext cx="32735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근거 파일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4910328"/>
            <a:ext cx="3273552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D4_09_PFMEA_Gap.xlsx; D4_원본_검사표_PFMEA_발췌.xlsx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D5 영구 대책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D5 결재 완료 · 2026-10-04 08:39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745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"/>
                <a:gridCol w="4284329"/>
                <a:gridCol w="3382365"/>
                <a:gridCol w="1352946"/>
                <a:gridCol w="1127455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선정 대책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제거 근거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발생원인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상한250℃ 관리·251℃ 차단 인터락·승인Recipe 잠금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재현된 과열 조건 직접 제거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이성우 팀장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유출원인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CTST 리플로우 모사 후 부팅/eMMC 인식검사 추가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불량도전45/45 및 정상대조 확인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박재환 팀장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2026-10-13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시스템원인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PFMEA 고장모드 및 예방·검출 관리 개정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인터락·검출항목·문서책임 연결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이성우 팀장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시스템원인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조건변경 사전승인·ECN/PCN 연계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승인번호 없이 배포되지 않는 절차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 Senior Pro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2026-10-13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029200"/>
            <a:ext cx="5532120" cy="1097280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102352"/>
            <a:ext cx="5257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검토한 후보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413248"/>
            <a:ext cx="5257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후보 7건 중 4건 선정 · 선정하지 않은 후보 3건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5029200"/>
            <a:ext cx="5532120" cy="1097280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5102352"/>
            <a:ext cx="5257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고객 변경 승인 (PCN)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5413248"/>
            <a:ext cx="5257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PCN 필요: 예 · 승인 상태: Approved (가상 PCN 계획 승인) · ECN-2026-1009-01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D6 효과 검증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D6 결재 완료 · 2026-10-04 08:44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1127454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437"/>
                <a:gridCol w="2254910"/>
                <a:gridCol w="2029419"/>
                <a:gridCol w="1014709"/>
                <a:gridCol w="789218"/>
                <a:gridCol w="1014709"/>
                <a:gridCol w="259314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합격 기준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시료 / 불량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완료일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성적서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재현조건시험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허용상한250℃·60초·부팅3회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800개 불량0;251℃차단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800 / 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D6_성적서_01_재현조건시험.pdf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불량투입 검출시험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인위적 미세크랙45개·모사후 부팅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검출45/45;미검출0;대조 오검출0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 / 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2026-10-14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D6_성적서_02_불량투입_검출시험.pdf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PFMEA 개정확인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고장모드·예방·검출·시행 문서확인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4항목 모두PASS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/ 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D6_성적서_03_PFMEA_개정확인.pdf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변경승인절차 확인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접수·승인·배포·교육 문서확인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4항목 모두PASS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/ 0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2026-10-15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D6_성적서_04_변경승인절차_확인.pdf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2724912" cy="105156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18795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적용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2569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3,000 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245059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 / 1,000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4114800"/>
            <a:ext cx="2724912" cy="105156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418795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적용 후 (관측)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442569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0 PPM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4892040"/>
            <a:ext cx="245059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0 / 800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114800"/>
            <a:ext cx="2724912" cy="105156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4187952"/>
            <a:ext cx="2450592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적용 후 상한 · 신뢰도 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425696"/>
            <a:ext cx="24505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2,874 PPM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4892040"/>
            <a:ext cx="2450592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기준 3,000 PPM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114800"/>
            <a:ext cx="2688336" cy="105156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4187952"/>
            <a:ext cx="241401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판정 (공식)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4425696"/>
            <a:ext cx="2414016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800" b="1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개선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4892040"/>
            <a:ext cx="2414016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기록과 재계산 일치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11274552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대책 적용: 0QH321800A01-LPAGA00 · 2026-10-13 · TechL Vina / CTST</a:t>
            </a:r>
          </a:p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봉쇄 결정: 봉쇄 해제 — 신규Lot 시험PASS·표준시행·수평전개완료. 기존4400개 별도Hold 유지.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D7 재발 방지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D7 결재 완료 · 2026-10-04 08:47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43000"/>
          <a:ext cx="6583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975104"/>
                <a:gridCol w="658368"/>
                <a:gridCol w="987552"/>
                <a:gridCol w="98755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문서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번호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리플로우 작업표준서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TL-WI-RF-001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RevB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이성우 팀장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출하검사 기준서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CTST-SIP-EMMC-001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RevC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박재환 팀장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PFMEA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RAMOS-PFMEA-EMMC-001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RevB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이성우 팀장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변경관리 절차서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RAMOS-QP-SUP-CHG-001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Rev1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 Senior Pro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Completed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269480" y="1143000"/>
            <a:ext cx="4462272" cy="265176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216152"/>
            <a:ext cx="418795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수평 전개 6건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527048"/>
            <a:ext cx="4187952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완료 4건 · 해당 없음 2건 · 미완료 0건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[검증용] eMMC 5.1 64GB [검증용 가상 자…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[검증용] eMMC 5.1 32GB [검증용 가상 자…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[검증용] eMMC 5.1 128GB [검증용 가상…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[검증용] UFS 모듈 128GB [검증용 가상 자료…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[검증용] eMMC 단품 64GB [검증용 가상 자료…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[검증용] NAND 패키지 256GB [검증용 가상…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43400"/>
            <a:ext cx="11274552" cy="178308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416552"/>
            <a:ext cx="110002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교훈 (다음 Case의 대책 추천에 쓰임)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27448"/>
            <a:ext cx="11000232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외주사의 공정 온도 관리 상태를 엄격히 통제하고 열 후 기능 검사를 출하검사에 반영하며, 외주 공정 조건 변경 시 사전승인과 PFMEA 관리를 철저히 해야 한다.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원인: 외주사 SMT 피크 온도 상한 초과로 BGA 솔더 접합부 미세크랙이 발생하였고, 출하검사에서 이를 걸러내지 못했으며 PFMEA와 사전승인 절차에도 미비점이 있었다.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D8 종결 · 결재 이력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79992" y="71323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D8 결재 완료 · 2026-10-04 08:48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1615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잔여 위험과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484632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기존 의심4400개는 이은산 담당의 별도Hold·승인재작업/검사처리로 관리. 개선신규Lot800/0의 관측값과90%/95%상한을 구분. 현장열조건 변동·희귀불량은30/60/90일 재발모니터링 및 즉시Hold 트리거로 관리.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36499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고객 수락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75888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3D24시간/5D14일/8D30일 요구충족. PCN계획승인만 있음.8D고객수락은기록없음.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5120640" cy="1463040"/>
          </a:xfrm>
          <a:prstGeom prst="roundRect">
            <a:avLst>
              <a:gd name="adj" fmla="val 6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36592"/>
            <a:ext cx="4846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1E7B45"/>
                </a:solidFill>
                <a:latin typeface="맑은 고딕"/>
                <a:ea typeface="맑은 고딕"/>
                <a:cs typeface="맑은 고딕"/>
              </a:rPr>
              <a:t>종결 후 재발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47488"/>
            <a:ext cx="484632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30일 · 2026-11-03 · 예정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60일 · 2026-12-03 · 예정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90일 · 2027-01-02 · 예정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806440" y="1143000"/>
          <a:ext cx="592531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037"/>
                <a:gridCol w="1185062"/>
                <a:gridCol w="1185062"/>
                <a:gridCol w="1185062"/>
                <a:gridCol w="165908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기안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리더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챔피언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결재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D2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08:32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08:37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08:44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D8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김성중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김현수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황승안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E7B4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2026-10-04 08:48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806440" y="4709160"/>
            <a:ext cx="592531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결재는 실제 로그인 계정으로 서버에 기록된 것만 옮겼습니다. 고객 보고서 송부는 종결 조건이 아니며 별도 기록입니다.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근거 자료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4551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218"/>
                <a:gridCol w="901964"/>
                <a:gridCol w="958336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수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(일부)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D1_킥오프_회의록.docx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D2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고객_부적합_통보_메일.pdf · 고객_부적합_통보_메일.eml · 불량_사진_01.png · 불량_사진_02.png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고객_부적합_통보_메일.pdf · 고객_부적합_통보_메일.eml · 불량_사진_01.png · 불량_사진_02.png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D4_01_발생_타임라인.xlsx · D4_02_Process_Flow_SIPOC.pdf · D4_03_Change_Point_분석.xlsx · D4_04_Fishbone_8M.xlsx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D5_대책_평가표.xlsx · D5_가중평가_상세.xlsx · TechL_공정변경_통보.pdf · 고객_PCN_승인요청.eml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D6_대책적용_기록.pdf · D6_성적서_03_PFMEA_개정확인.pdf · D6_성적서_04_변경승인절차_확인.pdf · D6_봉쇄해제_승인기록.pdf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D7_PFMEA_개정본.xlsx · D7_교육_실시_기록.pdf · D7_리플로우_작업표준서_RevB.pdf · D7_수평전개_실행근거.xlsx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D8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D8_종결_점검표.xlsx · D8_8D_Report_요약.pdf · 고객_8D_종결보고_메일.eml · 고객_8D_종결보고_메일_EN.eml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343400"/>
            <a:ext cx="11274552" cy="1783080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416552"/>
            <a:ext cx="110002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에이전트가 원본을 열어 확인한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727448"/>
            <a:ext cx="11000232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원본 57건을 열어 저장 당시 해시와 대조: 일치 57건, 불일치 0건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내용을 읽은 파일 40건 (Excel·메일·문서·텍스트) · PDF·이미지는 열람과 해시 확인까지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Lot 0QH321500A04-LPAGA00: 읽은 파일 15건에서 확인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품번 MMACGD8J0F-HZRAF1-LPAGA00: 읽은 파일 7건에서 확인</a:t>
            </a:r>
          </a:p>
          <a:p>
            <a:pPr algn="l" marL="182880" indent="-146304">
              <a:spcAft>
                <a:spcPts val="500"/>
              </a:spcAft>
              <a:buFont typeface="Arial"/>
              <a:buChar char="•"/>
            </a:pPr>
            <a:r>
              <a:rPr sz="1000" b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중앙 보관소에 원본이 없는 근거 5건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에이전트 점검 결과 — 사람이 확인할 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7455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709"/>
                <a:gridCol w="789218"/>
                <a:gridCol w="789218"/>
                <a:gridCol w="8681405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64008" marT="27432" marB="27432" anchor="ctr">
                    <a:solidFill>
                      <a:srgbClr val="00206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중앙 보관소에 원본이 없는 근거 5건 (고객_부적합_통보_메일.pdf, 고객_부적합_통보_메일.eml, 불량_사진_01.png, 불량_사진_02.png 외). 원본을 다시 올려야 보고서 근거로 쓸 수 있습니다.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D3 위치별 표의 '4. 완제품 창고' 수량(750)이 가져온 ERP 완제품 재고(1,650)와 다릅니다. 봉쇄 수량 합계를 확인해 주세요.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완료일이 D6 결재일(2026-10-04)보다 늦게 적힌 시험 4건: 재현조건시험(2026-10-14), 불량투입 검출시험(2026-10-14), PFMEA 개정확인(2026-10-15). 날짜를 확인해 주세요.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B45309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 적용일(2026-10-13)이 D6 결재일(2026-10-04)보다 늦게 적혀 있습니다.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B556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보고서(3D·5D·8D) 송부 기록이 없습니다. 송부는 종결 조건이 아니지만, 보냈다면 기록해 주세요.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4B5563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기록에 '[검증용]' 표시가 있습니다. 실제 고객 건이 아닌 검증용 자료로 만든 보고서입니다.</a:t>
                      </a:r>
                    </a:p>
                  </a:txBody>
                  <a:tcPr marL="64008" marR="64008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577840"/>
            <a:ext cx="11274552" cy="56692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5614416"/>
            <a:ext cx="11000232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작성: 8D 보고서 에이전트 · 요청자 김성중 · 2026-10-06 14:00 · 에이전트는 값·판정·결재를 만들지 않았고, 보라색 'AI' 표시는 외부 AI가 쓴 문장입니다.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7F48A6-5432-4C6E-B251-71BEC06773F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e6128c9-49d1-4c71-8a6e-d992475c6d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261522</TotalTime>
  <Words>11</Words>
  <Application>Microsoft Office PowerPoint</Application>
  <PresentationFormat>와이드스크린</PresentationFormat>
  <Paragraphs>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Noto Sans KR</vt:lpstr>
      <vt:lpstr>굴림</vt:lpstr>
      <vt:lpstr>맑은 고딕</vt:lpstr>
      <vt:lpstr>Arial</vt:lpstr>
      <vt:lpstr>1_Office 테마</vt:lpstr>
      <vt:lpstr>디자인 사용자 지정</vt:lpstr>
      <vt:lpstr>2_Office 테마</vt:lpstr>
      <vt:lpstr>제목</vt:lpstr>
      <vt:lpstr> Content</vt:lpstr>
      <vt:lpstr> 본문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SAMSUNG</dc:creator>
  <cp:lastModifiedBy>QA_KIM</cp:lastModifiedBy>
  <cp:revision>6288</cp:revision>
  <cp:lastPrinted>2025-10-24T01:55:58Z</cp:lastPrinted>
  <dcterms:created xsi:type="dcterms:W3CDTF">2021-06-08T01:46:37Z</dcterms:created>
  <dcterms:modified xsi:type="dcterms:W3CDTF">2026-10-03T22:46:15Z</dcterms:modified>
</cp:coreProperties>
</file>